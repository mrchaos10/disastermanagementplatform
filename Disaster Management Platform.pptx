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layfair Display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Oswa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6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8.xml"/><Relationship Id="rId24" Type="http://schemas.openxmlformats.org/officeDocument/2006/relationships/font" Target="fonts/Oswald-bold.fntdata"/><Relationship Id="rId12" Type="http://schemas.openxmlformats.org/officeDocument/2006/relationships/slide" Target="slides/slide7.xml"/><Relationship Id="rId23" Type="http://schemas.openxmlformats.org/officeDocument/2006/relationships/font" Target="fonts/Oswa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regular.fntdata"/><Relationship Id="rId14" Type="http://schemas.openxmlformats.org/officeDocument/2006/relationships/slide" Target="slides/slide9.xml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1.xml"/><Relationship Id="rId18" Type="http://schemas.openxmlformats.org/officeDocument/2006/relationships/font" Target="fonts/PlayfairDispl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8c3f479e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d8c3f479e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8c3f479e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8c3f479e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8c3f479e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8c3f479e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c3f479e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8c3f479e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8c3f479e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8c3f479e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8c3f479e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8c3f479e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8c3f479e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8c3f479e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8c3f479e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8c3f479e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accent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Disaster Management Platform</a:t>
            </a:r>
            <a:endParaRPr sz="360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106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</a:t>
            </a:r>
            <a:endParaRPr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Varadharajan 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190275" y="352825"/>
            <a:ext cx="8520600" cy="112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Arial"/>
                <a:ea typeface="Arial"/>
                <a:cs typeface="Arial"/>
                <a:sym typeface="Arial"/>
              </a:rPr>
              <a:t>What’s the Need ?</a:t>
            </a:r>
            <a:endParaRPr b="0" sz="60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303450" y="1628550"/>
            <a:ext cx="8520600" cy="328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The main reason that triggered this idea was nothing but the humanity of the people who are eager to serve the victims of a natural catastrophic happening resulting in vain.</a:t>
            </a:r>
            <a:endParaRPr b="1"/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They are all mostly unaware about the exact location of the disaster and that is hardly intolerable to one such developmental era.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9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0" y="232225"/>
            <a:ext cx="8520600" cy="112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Arial"/>
                <a:ea typeface="Arial"/>
                <a:cs typeface="Arial"/>
                <a:sym typeface="Arial"/>
              </a:rPr>
              <a:t>What’s the goal ?</a:t>
            </a:r>
            <a:endParaRPr b="0" sz="60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303450" y="1495850"/>
            <a:ext cx="8520600" cy="3715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●"/>
            </a:pPr>
            <a:r>
              <a:rPr lang="en" sz="1800">
                <a:latin typeface="Playfair Display"/>
                <a:ea typeface="Playfair Display"/>
                <a:cs typeface="Playfair Display"/>
                <a:sym typeface="Playfair Display"/>
              </a:rPr>
              <a:t>Clearly the ultimate goal is to provide rescuers a better chance to help the victims.</a:t>
            </a:r>
            <a:endParaRPr sz="1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●"/>
            </a:pPr>
            <a:r>
              <a:rPr lang="en" sz="1800">
                <a:latin typeface="Playfair Display"/>
                <a:ea typeface="Playfair Display"/>
                <a:cs typeface="Playfair Display"/>
                <a:sym typeface="Playfair Display"/>
              </a:rPr>
              <a:t>Moreover guiding the rescuers to the disaster area is the task that I have taken in thereby ensuring the victims a chance for survival and rehabilitation.</a:t>
            </a:r>
            <a:endParaRPr sz="1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●"/>
            </a:pPr>
            <a:r>
              <a:rPr lang="en" sz="1800">
                <a:latin typeface="Playfair Display"/>
                <a:ea typeface="Playfair Display"/>
                <a:cs typeface="Playfair Display"/>
                <a:sym typeface="Playfair Display"/>
              </a:rPr>
              <a:t>The project is also aimed at conveying the exact situation and needs of the victim to anyone who is ready to help.</a:t>
            </a:r>
            <a:endParaRPr sz="1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●"/>
            </a:pPr>
            <a:r>
              <a:rPr lang="en" sz="1800">
                <a:latin typeface="Playfair Display"/>
                <a:ea typeface="Playfair Display"/>
                <a:cs typeface="Playfair Display"/>
                <a:sym typeface="Playfair Display"/>
              </a:rPr>
              <a:t>This can also serve as a community forum thereby uniting people in such hard or untackleable situations.</a:t>
            </a:r>
            <a:endParaRPr sz="1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●"/>
            </a:pPr>
            <a:r>
              <a:rPr lang="en" sz="1800">
                <a:latin typeface="Playfair Display"/>
                <a:ea typeface="Playfair Display"/>
                <a:cs typeface="Playfair Display"/>
                <a:sym typeface="Playfair Display"/>
              </a:rPr>
              <a:t>This platform thereby enhances the humanity of each and every individual who always look for the right people to lend their hand.</a:t>
            </a:r>
            <a:endParaRPr sz="1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9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ctrTitle"/>
          </p:nvPr>
        </p:nvSpPr>
        <p:spPr>
          <a:xfrm>
            <a:off x="303450" y="75400"/>
            <a:ext cx="8520600" cy="112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Arial"/>
                <a:ea typeface="Arial"/>
                <a:cs typeface="Arial"/>
                <a:sym typeface="Arial"/>
              </a:rPr>
              <a:t>What’s the concern ?</a:t>
            </a:r>
            <a:endParaRPr b="0" sz="60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303450" y="1339025"/>
            <a:ext cx="8520600" cy="3872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●"/>
            </a:pPr>
            <a:r>
              <a:rPr lang="en" sz="1800">
                <a:latin typeface="Playfair Display"/>
                <a:ea typeface="Playfair Display"/>
                <a:cs typeface="Playfair Display"/>
                <a:sym typeface="Playfair Display"/>
              </a:rPr>
              <a:t>Clearly the concern is to provide a 24*7 hosting of the site.</a:t>
            </a:r>
            <a:endParaRPr sz="1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●"/>
            </a:pPr>
            <a:r>
              <a:rPr lang="en" sz="1800">
                <a:latin typeface="Playfair Display"/>
                <a:ea typeface="Playfair Display"/>
                <a:cs typeface="Playfair Display"/>
                <a:sym typeface="Playfair Display"/>
              </a:rPr>
              <a:t>So that any kind of fault in connecting the website could be eliminated and this is always online.</a:t>
            </a:r>
            <a:endParaRPr sz="1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●"/>
            </a:pPr>
            <a:r>
              <a:rPr lang="en" sz="1800">
                <a:latin typeface="Playfair Display"/>
                <a:ea typeface="Playfair Display"/>
                <a:cs typeface="Playfair Display"/>
                <a:sym typeface="Playfair Display"/>
              </a:rPr>
              <a:t>There is a need for a backup server too.</a:t>
            </a:r>
            <a:endParaRPr sz="1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●"/>
            </a:pPr>
            <a:r>
              <a:rPr lang="en" sz="1800">
                <a:latin typeface="Playfair Display"/>
                <a:ea typeface="Playfair Display"/>
                <a:cs typeface="Playfair Display"/>
                <a:sym typeface="Playfair Display"/>
              </a:rPr>
              <a:t>The other concerns include better chances for the rescuers to communicate with the victims thereby serving their need.</a:t>
            </a:r>
            <a:endParaRPr sz="1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●"/>
            </a:pPr>
            <a:r>
              <a:rPr lang="en" sz="1800">
                <a:latin typeface="Playfair Display"/>
                <a:ea typeface="Playfair Display"/>
                <a:cs typeface="Playfair Display"/>
                <a:sym typeface="Playfair Display"/>
              </a:rPr>
              <a:t>The communication is made simple with the fruitful exploitation of Google Maps serving the victim’s location to the rescuer thereby maintaining the accuracy in connecting people.</a:t>
            </a:r>
            <a:endParaRPr sz="1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9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Why Backup Server ?</a:t>
            </a:r>
            <a:endParaRPr sz="4800"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get back to the past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ctrTitle"/>
          </p:nvPr>
        </p:nvSpPr>
        <p:spPr>
          <a:xfrm>
            <a:off x="311700" y="84475"/>
            <a:ext cx="8520600" cy="8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311700" y="84475"/>
            <a:ext cx="8520600" cy="5466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In Crisis the drowning of                                                                 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bank servers would create       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much chaos among the   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people and may slower the         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rate in which the people are 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rescued.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The drowning of bank            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servers is something  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natural and a unexpected  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catastrophic happening.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But to have a bank server 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somewhere else could be a     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better option.                                       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625" y="245875"/>
            <a:ext cx="3208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9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Model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129935" cy="3822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Glimpse of the Project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725447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a lot.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F9D58"/>
      </a:accent4>
      <a:accent5>
        <a:srgbClr val="01AFD1"/>
      </a:accent5>
      <a:accent6>
        <a:srgbClr val="9C27B0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